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E3C"/>
                </a:solidFill>
              </a:defRPr>
            </a:pPr>
            <a:r>
              <a:t>Customer Booking Prediction Model -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78"/>
                </a:solidFill>
              </a:defRPr>
            </a:pPr>
            <a:r>
              <a:t>Random Forest Classifier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1E3C"/>
                </a:solidFill>
              </a:defRPr>
            </a:pPr>
            <a:r>
              <a:rPr dirty="0"/>
              <a:t>📊 Cross-Validation Results (5-Fold)</a:t>
            </a:r>
          </a:p>
          <a:p>
            <a:pPr>
              <a:spcAft>
                <a:spcPts val="400"/>
              </a:spcAft>
              <a:defRPr sz="1300">
                <a:solidFill>
                  <a:srgbClr val="3C3C50"/>
                </a:solidFill>
              </a:defRPr>
            </a:pPr>
            <a:r>
              <a:rPr dirty="0"/>
              <a:t>  ROC AUC: 0.781 ± 0.002</a:t>
            </a:r>
          </a:p>
          <a:p>
            <a:pPr>
              <a:spcAft>
                <a:spcPts val="400"/>
              </a:spcAft>
              <a:defRPr sz="1300">
                <a:solidFill>
                  <a:srgbClr val="3C3C50"/>
                </a:solidFill>
              </a:defRPr>
            </a:pPr>
            <a:r>
              <a:rPr dirty="0"/>
              <a:t>  Accuracy: 0.851 ± 0.002</a:t>
            </a:r>
          </a:p>
          <a:p>
            <a:pPr>
              <a:spcAft>
                <a:spcPts val="400"/>
              </a:spcAft>
              <a:defRPr sz="1300">
                <a:solidFill>
                  <a:srgbClr val="3C3C50"/>
                </a:solidFill>
              </a:defRPr>
            </a:pPr>
            <a:r>
              <a:rPr dirty="0"/>
              <a:t>  Precision: 0.504 ± 0.019</a:t>
            </a:r>
          </a:p>
          <a:p>
            <a:pPr>
              <a:spcAft>
                <a:spcPts val="400"/>
              </a:spcAft>
              <a:defRPr sz="1300">
                <a:solidFill>
                  <a:srgbClr val="3C3C50"/>
                </a:solidFill>
              </a:defRPr>
            </a:pPr>
            <a:r>
              <a:rPr dirty="0"/>
              <a:t>  Recall: 0.142 ± 0.012</a:t>
            </a:r>
          </a:p>
          <a:p>
            <a:pPr>
              <a:spcAft>
                <a:spcPts val="400"/>
              </a:spcAft>
              <a:defRPr sz="1300">
                <a:solidFill>
                  <a:srgbClr val="3C3C50"/>
                </a:solidFill>
              </a:defRPr>
            </a:pPr>
            <a:r>
              <a:rPr dirty="0"/>
              <a:t>  F1 Score: 0.221 ± 0.016</a:t>
            </a:r>
          </a:p>
          <a:p>
            <a:br>
              <a:rPr dirty="0"/>
            </a:br>
            <a:r>
              <a:rPr dirty="0"/>
              <a:t>🎯 Test Set Performance</a:t>
            </a:r>
          </a:p>
          <a:p>
            <a:pPr>
              <a:defRPr sz="1300">
                <a:solidFill>
                  <a:srgbClr val="3C3C50"/>
                </a:solidFill>
              </a:defRPr>
            </a:pPr>
            <a:r>
              <a:rPr dirty="0"/>
              <a:t>  ROC AUC: 0.790</a:t>
            </a:r>
          </a:p>
          <a:p>
            <a:br>
              <a:rPr dirty="0"/>
            </a:br>
            <a:r>
              <a:rPr dirty="0"/>
              <a:t>⚙️ Model Configuration</a:t>
            </a:r>
          </a:p>
          <a:p>
            <a:pPr>
              <a:spcAft>
                <a:spcPts val="200"/>
              </a:spcAft>
              <a:defRPr sz="1200">
                <a:solidFill>
                  <a:srgbClr val="3C3C50"/>
                </a:solidFill>
              </a:defRPr>
            </a:pPr>
            <a:r>
              <a:rPr dirty="0"/>
              <a:t>  Algorithm: Random Forest</a:t>
            </a:r>
          </a:p>
          <a:p>
            <a:pPr>
              <a:spcAft>
                <a:spcPts val="200"/>
              </a:spcAft>
              <a:defRPr sz="1200">
                <a:solidFill>
                  <a:srgbClr val="3C3C50"/>
                </a:solidFill>
              </a:defRPr>
            </a:pPr>
            <a:r>
              <a:rPr dirty="0"/>
              <a:t>  Trees: 300</a:t>
            </a:r>
          </a:p>
          <a:p>
            <a:pPr>
              <a:spcAft>
                <a:spcPts val="200"/>
              </a:spcAft>
              <a:defRPr sz="1200">
                <a:solidFill>
                  <a:srgbClr val="3C3C50"/>
                </a:solidFill>
              </a:defRPr>
            </a:pPr>
            <a:r>
              <a:rPr dirty="0"/>
              <a:t>  Features: 914</a:t>
            </a:r>
          </a:p>
          <a:p>
            <a:pPr>
              <a:spcAft>
                <a:spcPts val="200"/>
              </a:spcAft>
              <a:defRPr sz="1200">
                <a:solidFill>
                  <a:srgbClr val="3C3C50"/>
                </a:solidFill>
              </a:defRPr>
            </a:pPr>
            <a:r>
              <a:rPr dirty="0"/>
              <a:t>  Training Samples: 40,000</a:t>
            </a:r>
          </a:p>
          <a:p>
            <a:pPr>
              <a:spcAft>
                <a:spcPts val="200"/>
              </a:spcAft>
              <a:defRPr sz="1200">
                <a:solidFill>
                  <a:srgbClr val="3C3C50"/>
                </a:solidFill>
              </a:defRPr>
            </a:pPr>
            <a:r>
              <a:rPr dirty="0"/>
              <a:t>  Test Samples: 10,000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565" y="1922318"/>
            <a:ext cx="5083115" cy="3013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8C"/>
                </a:solidFill>
              </a:defRPr>
            </a:pPr>
            <a:r>
              <a:rPr dirty="0"/>
              <a:t>Generated on October 18, 2025 | British Airways Customer Booking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Office PowerPoint</Application>
  <PresentationFormat>Affichage à l'écran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Bilal  Boudjema</cp:lastModifiedBy>
  <cp:revision>2</cp:revision>
  <dcterms:created xsi:type="dcterms:W3CDTF">2013-01-27T09:14:16Z</dcterms:created>
  <dcterms:modified xsi:type="dcterms:W3CDTF">2025-10-18T14:26:00Z</dcterms:modified>
  <cp:category/>
</cp:coreProperties>
</file>